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D355-83F3-B072-770B-D390804F73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CC454-A478-D5EC-7183-A383C42F5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78D61-E16C-766A-B95E-C3667F7B2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CE36D-EBFC-119A-8327-24C102DF1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14D08-311F-466E-8706-79424C63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66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166B5-7C7A-AA6B-FEC9-A3AFF4AD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22939-649A-5A93-5BB2-F8F5557C5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6CCFA-DCB8-A84D-9B00-E909666B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C760F-FC59-BF02-0338-BCD30BE1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CECDB-AE75-14A0-A3A1-E5454553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4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20CB-82DA-D18A-7954-8167B922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F5F86-3DF5-6BA0-328C-7426BDBCB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5F50F8-DA35-3D5D-A97F-5185F317E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2271-7FCD-06FD-E1B8-71ACD54D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41363-EB75-6517-06A0-DEFF13D64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915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E38D-CA5C-5136-5112-132751401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1D66-3D42-743F-30F1-130F93CA1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854FE9-5D96-0A79-A5E7-79D52F0A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95331-F36F-2515-4258-4DC418AF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9FFED-3CC8-115E-D85F-045FFDDFC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6E3D4-F5EA-F087-4D5A-B4B4DE6A1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0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14CCE-977B-B1EC-5BFD-F1D24E4E6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866F5-D04B-0AC7-5654-5FB07E702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12131-1B43-F798-BA42-24FCB421D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37ACF4-CB92-4E8C-DFC5-F1E7A69A9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FAD87-ED0A-A497-A259-EC4DA3192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018F63-A9E5-D527-8DA0-393D223C6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353806-1398-9817-F874-C5499D9D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E8C323-94B9-27BA-3B2D-7A03920EA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42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4A92-01F3-F521-04E1-6E751D029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13146B-D25F-F0EE-EE17-E417AC85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F055D-001C-E868-BC1D-C64CEC47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C27F6-DB57-0309-4524-9AA218A8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2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851BD6-0B5C-7E39-66FC-6A06BE78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D32231-B9E9-13B5-920F-72DE3AA7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E101F-54C9-674D-311C-AADE757A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732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A308-EBE0-578E-46C2-2CD38E0A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F8CBD-9647-5CE4-E9BB-00FB15525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3D9B9-3ECB-1A29-8B30-DBEE816D8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B2925-C67A-1522-D8B3-F035EAE4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8387A-946E-F685-912C-5F6D337D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02ABB-5B1F-80E9-CDA0-747D132FE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2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079C-79F1-D7DC-E290-C4D3D86D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3405-9108-A799-5916-9336559797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05A90-2729-5D39-EF6D-5FB32278E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D5F65-89E3-B430-9F65-8B0BE3BA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87190-F54D-A2C3-843C-C076FA19C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D5016-8456-9846-2F91-15E6614A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31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C5EB-F06A-CA11-FC3C-CA1433F1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6D938-FD6E-CE49-7C58-0C0BD4E39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B3ADB0-882E-EC11-F97C-52198962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7DE13-A030-4B74-AA52-729D7E79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320ED-2BD1-98C1-5FC9-91D2AA4D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42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6A347-E616-EE38-E782-342ECF4AE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1A6F0-74FF-F74A-5F3E-2BD5F2308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1D38A-44B9-287B-E5DC-5BFF46E8D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BB415-D744-7809-C949-DEF162789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C8AF2-DC01-C971-F2B7-1B551EF3A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40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F50CF-7BA3-C6F2-643E-EE446F93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6F32C-9257-D459-3F66-60E6081A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C5555-534D-1117-D921-FE9C30D09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F6847-02FF-4249-B307-7B81EF3D86D3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72F31-CB03-788E-A816-40DFC984D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66E4D-3EB8-DC15-F48B-01DC5B6B0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BC74-FE69-4D19-8328-9E8B49D02A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05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3AC54-688B-25B4-7678-01251717AF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9600" dirty="0"/>
              <a:t>Gradient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CA878-DA03-FC8A-189C-6270E6E2FF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Raydurg Anish</a:t>
            </a:r>
          </a:p>
          <a:p>
            <a:r>
              <a:rPr lang="en-US" dirty="0"/>
              <a:t>III-Btech ECE</a:t>
            </a:r>
          </a:p>
          <a:p>
            <a:r>
              <a:rPr lang="en-US" dirty="0"/>
              <a:t>NIT ANDHRA PRADESH</a:t>
            </a:r>
          </a:p>
        </p:txBody>
      </p:sp>
    </p:spTree>
    <p:extLst>
      <p:ext uri="{BB962C8B-B14F-4D97-AF65-F5344CB8AC3E}">
        <p14:creationId xmlns:p14="http://schemas.microsoft.com/office/powerpoint/2010/main" val="113228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48FEACC-B38E-7125-957D-C1C507856F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47" r="2" b="2"/>
          <a:stretch>
            <a:fillRect/>
          </a:stretch>
        </p:blipFill>
        <p:spPr>
          <a:xfrm>
            <a:off x="1129115" y="778345"/>
            <a:ext cx="4724569" cy="227346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2C28BBE-525E-5DCE-8567-925DCD5F1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38" r="5349" b="3"/>
          <a:stretch>
            <a:fillRect/>
          </a:stretch>
        </p:blipFill>
        <p:spPr>
          <a:xfrm>
            <a:off x="6338316" y="777547"/>
            <a:ext cx="4732940" cy="227505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E58BC54-4F69-E20E-D738-A5874921B1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24" r="4865" b="1"/>
          <a:stretch>
            <a:fillRect/>
          </a:stretch>
        </p:blipFill>
        <p:spPr>
          <a:xfrm>
            <a:off x="1158845" y="3671316"/>
            <a:ext cx="4665109" cy="2545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128AF7-5063-C50D-3332-D218B560A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1904" y="3671316"/>
            <a:ext cx="3085763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99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1CE905-E67C-4D0C-66B9-7E154D1B6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75" y="643466"/>
            <a:ext cx="1026925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0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A790C-03F5-7A67-CBF7-2EE301F1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535" y="643467"/>
            <a:ext cx="745293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2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192C-49E9-7F8E-5011-F36A310B5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624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4553-2A46-672A-42EB-3973A4A65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2353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6768-8198-6123-9439-AE6FA19A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974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</Words>
  <Application>Microsoft Office PowerPoint</Application>
  <PresentationFormat>Widescreen</PresentationFormat>
  <Paragraphs>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RAYDURG ANISH</dc:creator>
  <cp:lastModifiedBy>RAYDURG ANISH</cp:lastModifiedBy>
  <cp:revision>3</cp:revision>
  <dcterms:created xsi:type="dcterms:W3CDTF">2026-06-15T11:08:04Z</dcterms:created>
  <dcterms:modified xsi:type="dcterms:W3CDTF">2026-06-15T12:54:19Z</dcterms:modified>
</cp:coreProperties>
</file>